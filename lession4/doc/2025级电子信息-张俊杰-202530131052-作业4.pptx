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681"/>
  </p:normalViewPr>
  <p:slideViewPr>
    <p:cSldViewPr snapToGrid="0">
      <p:cViewPr varScale="1">
        <p:scale>
          <a:sx n="147" d="100"/>
          <a:sy n="147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326252-2C19-D20D-C861-29E583FA9F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95C6B4-0B3C-D7D2-6CC0-1CE1D998E8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53412F-A125-BA71-CB29-053A6C9DD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97C9B-E7F4-E741-ADE6-E8B175C4641A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5534D8-712A-1979-E409-A1B9D38C2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E933DC-3737-6DEB-D47F-D0D520964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55113-3194-E947-9823-3A94A15423F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377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62DBDE-327F-B051-83AD-93281C78D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F5F91D-90E1-1C64-7946-BC9762F22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017E61-26D6-D184-217C-E22E8E011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97C9B-E7F4-E741-ADE6-E8B175C4641A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8761EF-EE57-25AF-0806-FBCD0BE9B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3AEAD5-A351-1263-CC79-5CB7FD5CB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55113-3194-E947-9823-3A94A15423F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0679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F8E5C4-A347-CE34-80D9-972CACE87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802AAE-CFAD-1284-2501-E2D81A42F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BFF2F9-7EE8-4218-057E-8AC1501A9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97C9B-E7F4-E741-ADE6-E8B175C4641A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FC2592-F62C-D092-B00F-6CFAEDA45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73C776-154B-4D8C-EC88-2A60F4F7C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55113-3194-E947-9823-3A94A15423F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8384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F50631-30B1-8CA9-36C2-FF463DE28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3ABED4-AB86-ED32-C30F-8075ED6330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B50BA7-20D3-034C-2F28-4A715BA21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531FAF-6323-747B-A493-1868A5F94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97C9B-E7F4-E741-ADE6-E8B175C4641A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C12EA6-4BF2-61EB-C02D-DA82C449C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C3FDF0-8A26-C6CB-D67E-21B00FD7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55113-3194-E947-9823-3A94A15423F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41176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A6BDCB-1F81-8334-D8E0-ABC8E5B83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F91EB8-25CB-CD88-C4F9-08F10745A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A7F750-0B12-3F2D-2056-E1441016F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DFBB07B-0B46-ED0B-A90B-306F07A3C2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6ECAE4C-E5E5-2418-B196-AE0FCDD14A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C6B5EE2-3DD0-8720-D9B1-D7026B2E3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97C9B-E7F4-E741-ADE6-E8B175C4641A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BC10C77-0B1C-91E9-B638-F4EF19EC1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A5244D6-C8F2-A9F3-BA03-C6703627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55113-3194-E947-9823-3A94A15423F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2172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202D0-9E17-4952-B9F3-E9DAC48FC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838EEE-1B57-AA4A-727C-1E2A5F766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97C9B-E7F4-E741-ADE6-E8B175C4641A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D38236F-DF65-5912-5F44-E23E3761F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C2E0EF-C3DA-4EA8-718E-F4AB1A222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55113-3194-E947-9823-3A94A15423F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1216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357081-81A0-9347-671D-CB056CC11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97C9B-E7F4-E741-ADE6-E8B175C4641A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EFB82AF-4ABF-1E7E-945A-25916610C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7683B7-FE3E-180D-3C68-BED856B61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55113-3194-E947-9823-3A94A15423F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3251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D1DB69-995E-816D-BCAB-6B96935E6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434CD9-2DA2-F687-3E5B-498959C64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21E815-869B-45BF-0BDF-4D879DFC7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F8F1CA-B581-A09D-FCEB-72749AAF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97C9B-E7F4-E741-ADE6-E8B175C4641A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D59CF1-14AF-41D7-2B5C-25A039EB2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0D76A9-DE75-3E45-3307-D23F18CD6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55113-3194-E947-9823-3A94A15423F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7947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90DA80-9A81-2F7D-1B6D-0A6283703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C0EAC72-B8D9-2C61-85DE-C3DDCCF092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EF65A2-820B-D201-2C6B-19E38D5FB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B5B98F-1EA2-3DE9-3030-06A69611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97C9B-E7F4-E741-ADE6-E8B175C4641A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C87254-76BB-7ACF-194D-052D826A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0CAB2F-F7AB-D3F3-FDDE-A0CAC9827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55113-3194-E947-9823-3A94A15423F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545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320898-6DBC-8084-AB93-B8E5EAE9C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7E188D-DAC1-F005-1DB2-66F680F2B9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EC0746-1A8F-7A8D-BF10-3869B76EA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97C9B-E7F4-E741-ADE6-E8B175C4641A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2EC0D0-E323-BAB1-41E2-CA6559A44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19765F-A8B5-DDB3-07CD-6F7735D26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55113-3194-E947-9823-3A94A15423F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2720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6F4D327-107A-FB84-4BC7-0A773BDD91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7F7933-08EF-DF17-E068-0A19D7452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80EA14-1F9D-361A-6ACF-85186547E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97C9B-E7F4-E741-ADE6-E8B175C4641A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FF2B58-67A5-6356-920B-8B28B44D3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217F88-FB69-3312-9D7E-EA46B7A41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55113-3194-E947-9823-3A94A15423F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5365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C4AC7EC-3237-E072-25A5-477D30F16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72D99D-E510-543F-32EC-9318059B5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F4C5D7-5564-DA9A-366D-243F592A7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97C9B-E7F4-E741-ADE6-E8B175C4641A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05CBC2-F006-1E5C-62D9-E8F01D71A6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19640A-205F-B311-191B-E53BF91F0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755113-3194-E947-9823-3A94A15423F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9146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F6318E-1EF1-3E87-0413-9096251CD7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机器视觉</a:t>
            </a:r>
            <a:r>
              <a:rPr kumimoji="1" lang="en-US" altLang="zh-CN" dirty="0"/>
              <a:t>-</a:t>
            </a:r>
            <a:r>
              <a:rPr kumimoji="1" lang="zh-CN" altLang="en-US" dirty="0"/>
              <a:t>作业</a:t>
            </a:r>
            <a:r>
              <a:rPr kumimoji="1" lang="en-US" altLang="zh-CN" dirty="0"/>
              <a:t>4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343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4785B8-3057-C3F7-7C4D-06BAAD809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Canny</a:t>
            </a:r>
            <a:r>
              <a:rPr kumimoji="1" lang="zh-CN" altLang="en-US" dirty="0"/>
              <a:t>介绍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114CC4-9390-7409-54D6-BE2CF584E6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515600" cy="2419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altLang="zh-CN" dirty="0"/>
              <a:t>Canny </a:t>
            </a:r>
            <a:r>
              <a:rPr lang="zh-CN" altLang="en-US" dirty="0"/>
              <a:t>边缘检测（</a:t>
            </a:r>
            <a:r>
              <a:rPr lang="en-US" altLang="zh-CN" dirty="0"/>
              <a:t>Canny Edge Detection</a:t>
            </a:r>
            <a:r>
              <a:rPr lang="zh-CN" altLang="en-US" dirty="0"/>
              <a:t>）是由 </a:t>
            </a:r>
            <a:r>
              <a:rPr lang="en-US" altLang="zh-CN" dirty="0"/>
              <a:t>John F. Canny </a:t>
            </a:r>
            <a:r>
              <a:rPr lang="zh-CN" altLang="en-US" dirty="0"/>
              <a:t>在</a:t>
            </a:r>
            <a:r>
              <a:rPr lang="en-US" altLang="zh-CN" dirty="0"/>
              <a:t>1986 </a:t>
            </a:r>
            <a:r>
              <a:rPr lang="zh-CN" altLang="en-US" dirty="0"/>
              <a:t>年提出的一种经典的边缘检测方法，广泛应用于计算机视觉和图像处理领域。其设计目标是找到图像中的边缘，同时具备 低误检率 和 低漏检率，并能够精确地识别边缘的位置。</a:t>
            </a:r>
            <a:r>
              <a:rPr lang="en-US" altLang="zh-CN" dirty="0"/>
              <a:t>Canny </a:t>
            </a:r>
            <a:r>
              <a:rPr lang="zh-CN" altLang="en-US" dirty="0"/>
              <a:t>算法在很多实际应用中被广泛采用，如图像分割、物体识别、特征提取等。</a:t>
            </a:r>
          </a:p>
        </p:txBody>
      </p:sp>
    </p:spTree>
    <p:extLst>
      <p:ext uri="{BB962C8B-B14F-4D97-AF65-F5344CB8AC3E}">
        <p14:creationId xmlns:p14="http://schemas.microsoft.com/office/powerpoint/2010/main" val="2594870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6FF63C-59A7-605B-26AE-29951156E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为什么要用</a:t>
            </a:r>
            <a:r>
              <a:rPr kumimoji="1" lang="en-US" altLang="zh-CN" dirty="0"/>
              <a:t>canny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9FF62F-ABA3-AF02-F4B2-CDC3D4A80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zh-CN" altLang="en-US" dirty="0"/>
              <a:t>传统方法问题多：</a:t>
            </a:r>
          </a:p>
          <a:p>
            <a:r>
              <a:rPr kumimoji="1" lang="en-US" altLang="zh-CN" dirty="0"/>
              <a:t>Sobel → </a:t>
            </a:r>
            <a:r>
              <a:rPr kumimoji="1" lang="zh-CN" altLang="en-US" dirty="0"/>
              <a:t>边缘太粗</a:t>
            </a:r>
          </a:p>
          <a:p>
            <a:r>
              <a:rPr kumimoji="1" lang="en-US" altLang="zh-CN" dirty="0"/>
              <a:t>Prewitt → </a:t>
            </a:r>
            <a:r>
              <a:rPr kumimoji="1" lang="zh-CN" altLang="en-US" dirty="0"/>
              <a:t>噪声敏感</a:t>
            </a:r>
          </a:p>
          <a:p>
            <a:r>
              <a:rPr kumimoji="1" lang="en-US" altLang="zh-CN" dirty="0"/>
              <a:t>Laplacian → </a:t>
            </a:r>
            <a:r>
              <a:rPr kumimoji="1" lang="zh-CN" altLang="en-US" dirty="0"/>
              <a:t>双边缘</a:t>
            </a:r>
          </a:p>
          <a:p>
            <a:r>
              <a:rPr kumimoji="1" lang="en-US" altLang="zh-CN" dirty="0"/>
              <a:t>Canny</a:t>
            </a:r>
            <a:r>
              <a:rPr kumimoji="1" lang="zh-CN" altLang="en-US" dirty="0"/>
              <a:t>：最准、最细、最好！</a:t>
            </a:r>
          </a:p>
        </p:txBody>
      </p:sp>
    </p:spTree>
    <p:extLst>
      <p:ext uri="{BB962C8B-B14F-4D97-AF65-F5344CB8AC3E}">
        <p14:creationId xmlns:p14="http://schemas.microsoft.com/office/powerpoint/2010/main" val="1666789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E09C31-E425-6F65-99B8-907E4AF77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实现五大步骤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DBEEB9-F409-DAF7-5CDD-E220DDBBB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kumimoji="1" lang="en-US" altLang="zh-CN" b="1" dirty="0"/>
              <a:t>1. </a:t>
            </a:r>
            <a:r>
              <a:rPr kumimoji="1" lang="zh-CN" altLang="en-US" b="1" dirty="0"/>
              <a:t>高斯滤波 </a:t>
            </a:r>
            <a:r>
              <a:rPr kumimoji="1" lang="en-US" altLang="zh-CN" b="1" dirty="0"/>
              <a:t>- </a:t>
            </a:r>
            <a:r>
              <a:rPr kumimoji="1" lang="zh-CN" altLang="en-US" b="1" dirty="0"/>
              <a:t>去噪</a:t>
            </a:r>
          </a:p>
          <a:p>
            <a:pPr marL="0" indent="0">
              <a:buNone/>
            </a:pPr>
            <a:r>
              <a:rPr kumimoji="1" lang="zh-CN" altLang="en-US" dirty="0"/>
              <a:t>公式：</a:t>
            </a:r>
            <a:r>
              <a:rPr kumimoji="1" lang="en-US" altLang="zh-CN" dirty="0"/>
              <a:t>G(</a:t>
            </a:r>
            <a:r>
              <a:rPr kumimoji="1" lang="en-US" altLang="zh-CN" dirty="0" err="1"/>
              <a:t>x,y</a:t>
            </a:r>
            <a:r>
              <a:rPr kumimoji="1" lang="en-US" altLang="zh-CN" dirty="0"/>
              <a:t>) = 1/(2</a:t>
            </a:r>
            <a:r>
              <a:rPr kumimoji="1" lang="el-GR" altLang="zh-CN" dirty="0"/>
              <a:t>πσ²)·</a:t>
            </a:r>
            <a:r>
              <a:rPr kumimoji="1" lang="en-US" altLang="zh-CN" dirty="0"/>
              <a:t>e^(-(x²+y²)/(2</a:t>
            </a:r>
            <a:r>
              <a:rPr kumimoji="1" lang="el-GR" altLang="zh-CN" dirty="0"/>
              <a:t>σ²))</a:t>
            </a:r>
          </a:p>
          <a:p>
            <a:pPr marL="0" indent="0">
              <a:buNone/>
            </a:pPr>
            <a:r>
              <a:rPr kumimoji="1" lang="el-GR" altLang="zh-CN" b="1" dirty="0"/>
              <a:t>2. </a:t>
            </a:r>
            <a:r>
              <a:rPr kumimoji="1" lang="zh-CN" altLang="en-US" b="1" dirty="0"/>
              <a:t>梯度计算 </a:t>
            </a:r>
            <a:r>
              <a:rPr kumimoji="1" lang="en-US" altLang="zh-CN" b="1" dirty="0"/>
              <a:t>- </a:t>
            </a:r>
            <a:r>
              <a:rPr kumimoji="1" lang="zh-CN" altLang="en-US" b="1" dirty="0"/>
              <a:t>找边缘</a:t>
            </a:r>
          </a:p>
          <a:p>
            <a:pPr marL="0" indent="0">
              <a:buNone/>
            </a:pPr>
            <a:r>
              <a:rPr kumimoji="1" lang="zh-CN" altLang="en-US" dirty="0"/>
              <a:t>用</a:t>
            </a:r>
            <a:r>
              <a:rPr kumimoji="1" lang="en-US" altLang="zh-CN" dirty="0"/>
              <a:t>Sobel/Scharr</a:t>
            </a:r>
            <a:r>
              <a:rPr kumimoji="1" lang="zh-CN" altLang="en-US" dirty="0"/>
              <a:t>算子</a:t>
            </a:r>
          </a:p>
          <a:p>
            <a:pPr marL="0" indent="0">
              <a:buNone/>
            </a:pPr>
            <a:r>
              <a:rPr kumimoji="1" lang="zh-CN" altLang="en-US" dirty="0"/>
              <a:t>梯度大小：</a:t>
            </a:r>
            <a:r>
              <a:rPr kumimoji="1" lang="en-US" altLang="zh-CN" dirty="0"/>
              <a:t>|∇I| = √(Ix² + Iy²)</a:t>
            </a:r>
          </a:p>
          <a:p>
            <a:pPr marL="0" indent="0">
              <a:buNone/>
            </a:pPr>
            <a:r>
              <a:rPr kumimoji="1" lang="zh-CN" altLang="en-US" dirty="0"/>
              <a:t>梯度方向：</a:t>
            </a:r>
            <a:r>
              <a:rPr kumimoji="1" lang="el-GR" altLang="zh-CN" dirty="0"/>
              <a:t>θ = </a:t>
            </a:r>
            <a:r>
              <a:rPr kumimoji="1" lang="en-US" altLang="zh-CN" dirty="0"/>
              <a:t>arctan(</a:t>
            </a:r>
            <a:r>
              <a:rPr kumimoji="1" lang="en-US" altLang="zh-CN" dirty="0" err="1"/>
              <a:t>Iy</a:t>
            </a:r>
            <a:r>
              <a:rPr kumimoji="1" lang="en-US" altLang="zh-CN" dirty="0"/>
              <a:t>/Ix)</a:t>
            </a:r>
          </a:p>
          <a:p>
            <a:pPr marL="0" indent="0">
              <a:buNone/>
            </a:pPr>
            <a:r>
              <a:rPr kumimoji="1" lang="en-US" altLang="zh-CN" b="1" dirty="0"/>
              <a:t>3. </a:t>
            </a:r>
            <a:r>
              <a:rPr kumimoji="1" lang="zh-CN" altLang="en-US" b="1" dirty="0"/>
              <a:t>非极大值抑制 </a:t>
            </a:r>
            <a:r>
              <a:rPr kumimoji="1" lang="en-US" altLang="zh-CN" b="1" dirty="0"/>
              <a:t>- </a:t>
            </a:r>
            <a:r>
              <a:rPr kumimoji="1" lang="zh-CN" altLang="en-US" b="1" dirty="0"/>
              <a:t>瘦身</a:t>
            </a:r>
          </a:p>
          <a:p>
            <a:pPr marL="0" indent="0">
              <a:buNone/>
            </a:pPr>
            <a:r>
              <a:rPr kumimoji="1" lang="en-US" altLang="zh-CN" dirty="0"/>
              <a:t>"</a:t>
            </a:r>
            <a:r>
              <a:rPr kumimoji="1" lang="zh-CN" altLang="en-US" dirty="0"/>
              <a:t>只保留最粗的那条线</a:t>
            </a:r>
            <a:r>
              <a:rPr kumimoji="1" lang="en-US" altLang="zh-CN" dirty="0"/>
              <a:t>"</a:t>
            </a:r>
          </a:p>
          <a:p>
            <a:pPr marL="0" indent="0">
              <a:buNone/>
            </a:pPr>
            <a:r>
              <a:rPr kumimoji="1" lang="en-US" altLang="zh-CN" b="1" dirty="0"/>
              <a:t>4. </a:t>
            </a:r>
            <a:r>
              <a:rPr kumimoji="1" lang="zh-CN" altLang="en-US" b="1" dirty="0"/>
              <a:t>双阈值 </a:t>
            </a:r>
            <a:r>
              <a:rPr kumimoji="1" lang="en-US" altLang="zh-CN" b="1" dirty="0"/>
              <a:t>- </a:t>
            </a:r>
            <a:r>
              <a:rPr kumimoji="1" lang="zh-CN" altLang="en-US" b="1" dirty="0"/>
              <a:t>分类</a:t>
            </a:r>
          </a:p>
          <a:p>
            <a:pPr marL="0" indent="0">
              <a:buNone/>
            </a:pPr>
            <a:r>
              <a:rPr kumimoji="1" lang="en-US" altLang="zh-CN" dirty="0"/>
              <a:t>"</a:t>
            </a:r>
            <a:r>
              <a:rPr kumimoji="1" lang="zh-CN" altLang="en-US" dirty="0"/>
              <a:t>强边缘</a:t>
            </a:r>
            <a:r>
              <a:rPr kumimoji="1" lang="en-US" altLang="zh-CN" dirty="0"/>
              <a:t>(</a:t>
            </a:r>
            <a:r>
              <a:rPr kumimoji="1" lang="zh-CN" altLang="en-US" dirty="0"/>
              <a:t>实线</a:t>
            </a:r>
            <a:r>
              <a:rPr kumimoji="1" lang="en-US" altLang="zh-CN" dirty="0"/>
              <a:t>)</a:t>
            </a:r>
            <a:r>
              <a:rPr kumimoji="1" lang="zh-CN" altLang="en-US" dirty="0"/>
              <a:t>、弱边缘</a:t>
            </a:r>
            <a:r>
              <a:rPr kumimoji="1" lang="en-US" altLang="zh-CN" dirty="0"/>
              <a:t>(</a:t>
            </a:r>
            <a:r>
              <a:rPr kumimoji="1" lang="zh-CN" altLang="en-US" dirty="0"/>
              <a:t>虚线</a:t>
            </a:r>
            <a:r>
              <a:rPr kumimoji="1" lang="en-US" altLang="zh-CN" dirty="0"/>
              <a:t>)</a:t>
            </a:r>
            <a:r>
              <a:rPr kumimoji="1" lang="zh-CN" altLang="en-US" dirty="0"/>
              <a:t>、非边缘</a:t>
            </a:r>
            <a:r>
              <a:rPr kumimoji="1" lang="en-US" altLang="zh-CN" dirty="0"/>
              <a:t>(</a:t>
            </a:r>
            <a:r>
              <a:rPr kumimoji="1" lang="zh-CN" altLang="en-US" dirty="0"/>
              <a:t>不画</a:t>
            </a:r>
            <a:r>
              <a:rPr kumimoji="1" lang="en-US" altLang="zh-CN" dirty="0"/>
              <a:t>)"</a:t>
            </a:r>
          </a:p>
          <a:p>
            <a:pPr marL="0" indent="0">
              <a:buNone/>
            </a:pPr>
            <a:r>
              <a:rPr kumimoji="1" lang="en-US" altLang="zh-CN" b="1" dirty="0"/>
              <a:t>5. </a:t>
            </a:r>
            <a:r>
              <a:rPr kumimoji="1" lang="zh-CN" altLang="en-US" b="1" dirty="0"/>
              <a:t>边缘连接 </a:t>
            </a:r>
            <a:r>
              <a:rPr kumimoji="1" lang="en-US" altLang="zh-CN" b="1" dirty="0"/>
              <a:t>- </a:t>
            </a:r>
            <a:r>
              <a:rPr kumimoji="1" lang="zh-CN" altLang="en-US" b="1" dirty="0"/>
              <a:t>连起来</a:t>
            </a:r>
          </a:p>
          <a:p>
            <a:pPr marL="0" indent="0">
              <a:buNone/>
            </a:pPr>
            <a:r>
              <a:rPr kumimoji="1" lang="en-US" altLang="zh-CN" dirty="0"/>
              <a:t>"</a:t>
            </a:r>
            <a:r>
              <a:rPr kumimoji="1" lang="zh-CN" altLang="en-US" dirty="0"/>
              <a:t>把虚线变成实线</a:t>
            </a:r>
            <a:r>
              <a:rPr kumimoji="1" lang="en-US" altLang="zh-CN" dirty="0"/>
              <a:t>"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5791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106709-FE6C-5851-86CC-6A245CE68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kumimoji="1" lang="zh-CN" altLang="en-US" sz="5400" b="1" dirty="0"/>
              <a:t>代码实现</a:t>
            </a:r>
          </a:p>
        </p:txBody>
      </p:sp>
    </p:spTree>
    <p:extLst>
      <p:ext uri="{BB962C8B-B14F-4D97-AF65-F5344CB8AC3E}">
        <p14:creationId xmlns:p14="http://schemas.microsoft.com/office/powerpoint/2010/main" val="1145806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3E6CC-F283-4395-9601-6E7C75388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9C324A-64E9-A26F-9092-F60DA3C6A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kumimoji="1" lang="zh-CN" altLang="en-US" sz="5400" b="1" dirty="0"/>
              <a:t>效果对比</a:t>
            </a:r>
          </a:p>
        </p:txBody>
      </p:sp>
    </p:spTree>
    <p:extLst>
      <p:ext uri="{BB962C8B-B14F-4D97-AF65-F5344CB8AC3E}">
        <p14:creationId xmlns:p14="http://schemas.microsoft.com/office/powerpoint/2010/main" val="1011438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264</Words>
  <Application>Microsoft Macintosh PowerPoint</Application>
  <PresentationFormat>宽屏</PresentationFormat>
  <Paragraphs>24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机器视觉-作业4</vt:lpstr>
      <vt:lpstr>Canny介绍</vt:lpstr>
      <vt:lpstr>为什么要用canny</vt:lpstr>
      <vt:lpstr>实现五大步骤</vt:lpstr>
      <vt:lpstr>代码实现</vt:lpstr>
      <vt:lpstr>效果对比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俊杰 张</dc:creator>
  <cp:lastModifiedBy>俊杰 张</cp:lastModifiedBy>
  <cp:revision>4</cp:revision>
  <dcterms:created xsi:type="dcterms:W3CDTF">2025-12-14T14:01:44Z</dcterms:created>
  <dcterms:modified xsi:type="dcterms:W3CDTF">2025-12-14T14:14:54Z</dcterms:modified>
</cp:coreProperties>
</file>